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93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7556500" cy="10691813"/>
  <p:notesSz cx="6797675" cy="9926638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Black" panose="02000000000000000000" pitchFamily="2" charset="0"/>
      <p:bold r:id="rId12"/>
      <p:italic r:id="rId13"/>
      <p:boldItalic r:id="rId14"/>
    </p:embeddedFont>
    <p:embeddedFont>
      <p:font typeface="Roboto Light" panose="02000000000000000000" pitchFamily="2" charset="0"/>
      <p:regular r:id="rId15"/>
      <p:italic r:id="rId16"/>
    </p:embeddedFont>
    <p:embeddedFont>
      <p:font typeface="Roboto Light " panose="020B0604020202020204" charset="0"/>
      <p:regular r:id="rId17"/>
      <p:bold r:id="rId18"/>
      <p:italic r:id="rId19"/>
      <p:boldItalic r:id="rId20"/>
    </p:embeddedFont>
    <p:embeddedFont>
      <p:font typeface="Roboto Medium" panose="02000000000000000000" pitchFamily="2" charset="0"/>
      <p:regular r:id="rId21"/>
      <p:italic r:id="rId2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QUANS SCI-TECH PROPOSAL CASE STUDY" id="{2F1F2651-2919-44FE-97D6-3A41CF562E0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97954A-22A8-D8C5-6731-515D51BDCCF1}" name="João Carneiro" initials="JC" userId="dd535706cb65af9e" providerId="Windows Live"/>
  <p188:author id="{1D243E64-3BEB-CE3B-B768-C379E705CE95}" name="Chloé AUDRIC" initials="CA" userId="S::chloe.audric@mprez.fr::8620e176-22a9-416a-b7e0-121bb421ed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BC94"/>
    <a:srgbClr val="092238"/>
    <a:srgbClr val="70BD95"/>
    <a:srgbClr val="76C51C"/>
    <a:srgbClr val="118163"/>
    <a:srgbClr val="03DFE9"/>
    <a:srgbClr val="C865FF"/>
    <a:srgbClr val="FFCA09"/>
    <a:srgbClr val="FF960F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94554-1791-48C9-A1E0-5117B8C6A692}" v="2" dt="2026-06-24T15:54:20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718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 neale" userId="75aa362f49c77008" providerId="LiveId" clId="{33953320-8946-406E-AF83-25CFC8A2C3BA}"/>
    <pc:docChg chg="undo custSel modSld">
      <pc:chgData name="kat neale" userId="75aa362f49c77008" providerId="LiveId" clId="{33953320-8946-406E-AF83-25CFC8A2C3BA}" dt="2026-06-24T15:57:01.717" v="141" actId="20577"/>
      <pc:docMkLst>
        <pc:docMk/>
      </pc:docMkLst>
      <pc:sldChg chg="addSp delSp modSp mod">
        <pc:chgData name="kat neale" userId="75aa362f49c77008" providerId="LiveId" clId="{33953320-8946-406E-AF83-25CFC8A2C3BA}" dt="2026-06-24T15:57:01.717" v="141" actId="20577"/>
        <pc:sldMkLst>
          <pc:docMk/>
          <pc:sldMk cId="3200065291" sldId="264"/>
        </pc:sldMkLst>
        <pc:spChg chg="add mod">
          <ac:chgData name="kat neale" userId="75aa362f49c77008" providerId="LiveId" clId="{33953320-8946-406E-AF83-25CFC8A2C3BA}" dt="2026-06-24T15:54:40.140" v="20" actId="255"/>
          <ac:spMkLst>
            <pc:docMk/>
            <pc:sldMk cId="3200065291" sldId="264"/>
            <ac:spMk id="4" creationId="{9C946579-1B66-5C7F-4A1E-0AE7D6F75F4B}"/>
          </ac:spMkLst>
        </pc:spChg>
        <pc:spChg chg="mod">
          <ac:chgData name="kat neale" userId="75aa362f49c77008" providerId="LiveId" clId="{33953320-8946-406E-AF83-25CFC8A2C3BA}" dt="2026-06-24T15:57:01.717" v="141" actId="20577"/>
          <ac:spMkLst>
            <pc:docMk/>
            <pc:sldMk cId="3200065291" sldId="264"/>
            <ac:spMk id="22" creationId="{44373071-2DD2-EB6C-D400-0E8C8A8E0E8D}"/>
          </ac:spMkLst>
        </pc:spChg>
        <pc:spChg chg="mod">
          <ac:chgData name="kat neale" userId="75aa362f49c77008" providerId="LiveId" clId="{33953320-8946-406E-AF83-25CFC8A2C3BA}" dt="2026-06-24T15:56:37.141" v="96" actId="13926"/>
          <ac:spMkLst>
            <pc:docMk/>
            <pc:sldMk cId="3200065291" sldId="264"/>
            <ac:spMk id="25" creationId="{D0E45670-04A6-1CAC-F1F9-ED40B4A37A65}"/>
          </ac:spMkLst>
        </pc:spChg>
        <pc:spChg chg="mod">
          <ac:chgData name="kat neale" userId="75aa362f49c77008" providerId="LiveId" clId="{33953320-8946-406E-AF83-25CFC8A2C3BA}" dt="2026-06-24T15:56:42.704" v="97" actId="13926"/>
          <ac:spMkLst>
            <pc:docMk/>
            <pc:sldMk cId="3200065291" sldId="264"/>
            <ac:spMk id="27" creationId="{9CC0B923-F7FD-F694-B352-DAB550945BDA}"/>
          </ac:spMkLst>
        </pc:spChg>
        <pc:picChg chg="mod">
          <ac:chgData name="kat neale" userId="75aa362f49c77008" providerId="LiveId" clId="{33953320-8946-406E-AF83-25CFC8A2C3BA}" dt="2026-06-24T15:53:44.136" v="2" actId="14100"/>
          <ac:picMkLst>
            <pc:docMk/>
            <pc:sldMk cId="3200065291" sldId="264"/>
            <ac:picMk id="5" creationId="{A19390CA-A1C4-A963-81C1-45E9B443FB4C}"/>
          </ac:picMkLst>
        </pc:picChg>
        <pc:picChg chg="add del">
          <ac:chgData name="kat neale" userId="75aa362f49c77008" providerId="LiveId" clId="{33953320-8946-406E-AF83-25CFC8A2C3BA}" dt="2026-06-24T15:54:09.835" v="6" actId="478"/>
          <ac:picMkLst>
            <pc:docMk/>
            <pc:sldMk cId="3200065291" sldId="264"/>
            <ac:picMk id="13" creationId="{B7717EB1-E69B-9B66-9B87-7A3DD298DFC9}"/>
          </ac:picMkLst>
        </pc:picChg>
        <pc:picChg chg="del">
          <ac:chgData name="kat neale" userId="75aa362f49c77008" providerId="LiveId" clId="{33953320-8946-406E-AF83-25CFC8A2C3BA}" dt="2026-06-24T15:53:46.891" v="3" actId="478"/>
          <ac:picMkLst>
            <pc:docMk/>
            <pc:sldMk cId="3200065291" sldId="264"/>
            <ac:picMk id="40" creationId="{CF7A6F8B-776B-EAB1-4AC3-0B04C8A3018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263F5C-082F-94F2-8CC3-C0C0DE9D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Roboto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30768-67C1-7853-2BAA-B87FF403E1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Roboto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04FD9-8FDA-238B-5B2B-FAE7A7319C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5CA0-9720-4F1D-BF4C-0AA0C3045EDC}" type="slidenum">
              <a:rPr lang="fr-FR" smtClean="0">
                <a:latin typeface="Roboto" panose="02000000000000000000" pitchFamily="2" charset="0"/>
              </a:rPr>
              <a:t>‹#›</a:t>
            </a:fld>
            <a:endParaRPr lang="fr-FR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332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9E10C583-19DF-43E6-AF16-A7C373151BC4}" type="datetimeFigureOut">
              <a:rPr lang="fr-FR" smtClean="0"/>
              <a:pPr/>
              <a:t>24/06/2026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41425"/>
            <a:ext cx="236537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632AE093-07E4-4A08-9DFF-4A996E98E45F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49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5A1CDC-3E5E-0CA2-2153-DC908FB6F5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556500" cy="10691813"/>
          </a:xfrm>
          <a:prstGeom prst="rect">
            <a:avLst/>
          </a:prstGeom>
          <a:solidFill>
            <a:srgbClr val="002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EFD6FE8C-8232-1509-43EB-EA1D82C3BD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5345906"/>
            <a:ext cx="7556499" cy="44984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14" name="Picture 13" descr="A black and white logo&#10;&#10;AI-generated content may be incorrect.">
            <a:extLst>
              <a:ext uri="{FF2B5EF4-FFF2-40B4-BE49-F238E27FC236}">
                <a16:creationId xmlns:a16="http://schemas.microsoft.com/office/drawing/2014/main" id="{A47CACCC-0FD0-0C7A-A41E-942FB88F4A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293" y="570738"/>
            <a:ext cx="1575520" cy="94246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0D876B0-3A98-0430-422D-867079158575}"/>
              </a:ext>
            </a:extLst>
          </p:cNvPr>
          <p:cNvGrpSpPr/>
          <p:nvPr userDrawn="1"/>
        </p:nvGrpSpPr>
        <p:grpSpPr>
          <a:xfrm>
            <a:off x="6470517" y="0"/>
            <a:ext cx="1105438" cy="1105439"/>
            <a:chOff x="6451062" y="0"/>
            <a:chExt cx="1105438" cy="1105439"/>
          </a:xfrm>
        </p:grpSpPr>
        <p:sp>
          <p:nvSpPr>
            <p:cNvPr id="16" name="object 3">
              <a:extLst>
                <a:ext uri="{FF2B5EF4-FFF2-40B4-BE49-F238E27FC236}">
                  <a16:creationId xmlns:a16="http://schemas.microsoft.com/office/drawing/2014/main" id="{DAA89E29-04DF-72FD-5215-E26175872C7F}"/>
                </a:ext>
              </a:extLst>
            </p:cNvPr>
            <p:cNvSpPr/>
            <p:nvPr/>
          </p:nvSpPr>
          <p:spPr>
            <a:xfrm>
              <a:off x="6451062" y="1"/>
              <a:ext cx="1105438" cy="1105438"/>
            </a:xfrm>
            <a:custGeom>
              <a:avLst/>
              <a:gdLst/>
              <a:ahLst/>
              <a:cxnLst/>
              <a:rect l="l" t="t" r="r" b="b"/>
              <a:pathLst>
                <a:path w="5965825" h="5965825">
                  <a:moveTo>
                    <a:pt x="3434626" y="0"/>
                  </a:moveTo>
                  <a:lnTo>
                    <a:pt x="1747088" y="0"/>
                  </a:lnTo>
                  <a:lnTo>
                    <a:pt x="0" y="1747088"/>
                  </a:lnTo>
                  <a:lnTo>
                    <a:pt x="0" y="3434423"/>
                  </a:lnTo>
                  <a:lnTo>
                    <a:pt x="3434626" y="0"/>
                  </a:lnTo>
                  <a:close/>
                </a:path>
                <a:path w="5965825" h="5965825">
                  <a:moveTo>
                    <a:pt x="5965253" y="2530894"/>
                  </a:moveTo>
                  <a:lnTo>
                    <a:pt x="2530818" y="5965317"/>
                  </a:lnTo>
                  <a:lnTo>
                    <a:pt x="4217975" y="5965317"/>
                  </a:lnTo>
                  <a:lnTo>
                    <a:pt x="5965253" y="4218038"/>
                  </a:lnTo>
                  <a:lnTo>
                    <a:pt x="5965253" y="2530894"/>
                  </a:lnTo>
                  <a:close/>
                </a:path>
              </a:pathLst>
            </a:custGeom>
            <a:solidFill>
              <a:srgbClr val="70BD95"/>
            </a:solidFill>
          </p:spPr>
          <p:txBody>
            <a:bodyPr wrap="square" lIns="0" tIns="0" rIns="0" bIns="0" rtlCol="0"/>
            <a:lstStyle/>
            <a:p>
              <a:pPr defTabSz="734263"/>
              <a:endParaRPr sz="1445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77748936-6778-AE5C-32F3-0E574EC15895}"/>
                </a:ext>
              </a:extLst>
            </p:cNvPr>
            <p:cNvSpPr/>
            <p:nvPr/>
          </p:nvSpPr>
          <p:spPr>
            <a:xfrm>
              <a:off x="6451067" y="0"/>
              <a:ext cx="1105320" cy="1105438"/>
            </a:xfrm>
            <a:custGeom>
              <a:avLst/>
              <a:gdLst/>
              <a:ahLst/>
              <a:cxnLst/>
              <a:rect l="l" t="t" r="r" b="b"/>
              <a:pathLst>
                <a:path w="5965190" h="5965825">
                  <a:moveTo>
                    <a:pt x="5965126" y="0"/>
                  </a:moveTo>
                  <a:lnTo>
                    <a:pt x="5121757" y="0"/>
                  </a:lnTo>
                  <a:lnTo>
                    <a:pt x="0" y="5121757"/>
                  </a:lnTo>
                  <a:lnTo>
                    <a:pt x="0" y="5965342"/>
                  </a:lnTo>
                  <a:lnTo>
                    <a:pt x="843762" y="5965342"/>
                  </a:lnTo>
                  <a:lnTo>
                    <a:pt x="5965126" y="843584"/>
                  </a:lnTo>
                  <a:lnTo>
                    <a:pt x="5965126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pPr defTabSz="734263"/>
              <a:endParaRPr sz="1445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711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4F3C427F-5D91-8DFD-4D5D-C866D00AAAE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19299" y="1393619"/>
            <a:ext cx="4084320" cy="137217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marL="19799" marR="7920">
              <a:lnSpc>
                <a:spcPct val="100000"/>
              </a:lnSpc>
              <a:spcBef>
                <a:spcPts val="1091"/>
              </a:spcBef>
              <a:defRPr/>
            </a:lvl1pPr>
          </a:lstStyle>
          <a:p>
            <a:pPr marL="12700" marR="5080">
              <a:lnSpc>
                <a:spcPts val="5000"/>
              </a:lnSpc>
              <a:spcBef>
                <a:spcPts val="700"/>
              </a:spcBef>
            </a:pPr>
            <a:r>
              <a:rPr spc="-140"/>
              <a:t>Insert</a:t>
            </a:r>
            <a:r>
              <a:rPr spc="-150"/>
              <a:t> </a:t>
            </a:r>
            <a:r>
              <a:rPr lang="en-GB" spc="-150"/>
              <a:t>page </a:t>
            </a:r>
            <a:r>
              <a:rPr spc="-154"/>
              <a:t>title</a:t>
            </a:r>
            <a:r>
              <a:rPr lang="en-GB" spc="-154"/>
              <a:t> text</a:t>
            </a:r>
            <a:r>
              <a:rPr spc="-186"/>
              <a:t> </a:t>
            </a:r>
            <a:r>
              <a:rPr spc="-20"/>
              <a:t>here</a:t>
            </a:r>
          </a:p>
        </p:txBody>
      </p:sp>
      <p:grpSp>
        <p:nvGrpSpPr>
          <p:cNvPr id="15" name="object 10">
            <a:extLst>
              <a:ext uri="{FF2B5EF4-FFF2-40B4-BE49-F238E27FC236}">
                <a16:creationId xmlns:a16="http://schemas.microsoft.com/office/drawing/2014/main" id="{9EEAA40D-041C-33DE-DAB2-E8AFC7534BF9}"/>
              </a:ext>
            </a:extLst>
          </p:cNvPr>
          <p:cNvGrpSpPr/>
          <p:nvPr userDrawn="1"/>
        </p:nvGrpSpPr>
        <p:grpSpPr>
          <a:xfrm>
            <a:off x="6476366" y="-634"/>
            <a:ext cx="1080135" cy="1079974"/>
            <a:chOff x="6479998" y="3"/>
            <a:chExt cx="1080135" cy="1080135"/>
          </a:xfrm>
        </p:grpSpPr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F55ECBD8-80F1-4893-8C7D-E6546CE72596}"/>
                </a:ext>
              </a:extLst>
            </p:cNvPr>
            <p:cNvSpPr/>
            <p:nvPr/>
          </p:nvSpPr>
          <p:spPr>
            <a:xfrm>
              <a:off x="6479997" y="774166"/>
              <a:ext cx="1080135" cy="306070"/>
            </a:xfrm>
            <a:custGeom>
              <a:avLst/>
              <a:gdLst/>
              <a:ahLst/>
              <a:cxnLst/>
              <a:rect l="l" t="t" r="r" b="b"/>
              <a:pathLst>
                <a:path w="1080134" h="306069">
                  <a:moveTo>
                    <a:pt x="306019" y="305854"/>
                  </a:moveTo>
                  <a:lnTo>
                    <a:pt x="0" y="0"/>
                  </a:lnTo>
                  <a:lnTo>
                    <a:pt x="0" y="305308"/>
                  </a:lnTo>
                  <a:lnTo>
                    <a:pt x="546" y="305854"/>
                  </a:lnTo>
                  <a:lnTo>
                    <a:pt x="306019" y="305854"/>
                  </a:lnTo>
                  <a:close/>
                </a:path>
                <a:path w="1080134" h="306069">
                  <a:moveTo>
                    <a:pt x="1079995" y="12"/>
                  </a:moveTo>
                  <a:lnTo>
                    <a:pt x="774001" y="305841"/>
                  </a:lnTo>
                  <a:lnTo>
                    <a:pt x="1079474" y="305841"/>
                  </a:lnTo>
                  <a:lnTo>
                    <a:pt x="1079995" y="305320"/>
                  </a:lnTo>
                  <a:lnTo>
                    <a:pt x="1079995" y="12"/>
                  </a:lnTo>
                  <a:close/>
                </a:path>
              </a:pathLst>
            </a:custGeom>
            <a:solidFill>
              <a:srgbClr val="3DBB95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077AF70A-DF6A-D425-7BBC-278C325AB2B8}"/>
                </a:ext>
              </a:extLst>
            </p:cNvPr>
            <p:cNvSpPr/>
            <p:nvPr/>
          </p:nvSpPr>
          <p:spPr>
            <a:xfrm>
              <a:off x="6479998" y="163531"/>
              <a:ext cx="1080135" cy="845185"/>
            </a:xfrm>
            <a:custGeom>
              <a:avLst/>
              <a:gdLst/>
              <a:ahLst/>
              <a:cxnLst/>
              <a:rect l="l" t="t" r="r" b="b"/>
              <a:pathLst>
                <a:path w="1080134" h="845185">
                  <a:moveTo>
                    <a:pt x="1079995" y="12"/>
                  </a:moveTo>
                  <a:lnTo>
                    <a:pt x="540004" y="539711"/>
                  </a:lnTo>
                  <a:lnTo>
                    <a:pt x="0" y="0"/>
                  </a:lnTo>
                  <a:lnTo>
                    <a:pt x="0" y="305307"/>
                  </a:lnTo>
                  <a:lnTo>
                    <a:pt x="540004" y="845019"/>
                  </a:lnTo>
                  <a:lnTo>
                    <a:pt x="1079995" y="305333"/>
                  </a:lnTo>
                  <a:lnTo>
                    <a:pt x="1079995" y="12"/>
                  </a:lnTo>
                  <a:close/>
                </a:path>
              </a:pathLst>
            </a:custGeom>
            <a:solidFill>
              <a:srgbClr val="3C5CAA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EAF23D25-FC48-46D2-601C-D7B9AD8F3FB4}"/>
                </a:ext>
              </a:extLst>
            </p:cNvPr>
            <p:cNvSpPr/>
            <p:nvPr/>
          </p:nvSpPr>
          <p:spPr>
            <a:xfrm>
              <a:off x="6621867" y="3"/>
              <a:ext cx="796290" cy="398145"/>
            </a:xfrm>
            <a:custGeom>
              <a:avLst/>
              <a:gdLst/>
              <a:ahLst/>
              <a:cxnLst/>
              <a:rect l="l" t="t" r="r" b="b"/>
              <a:pathLst>
                <a:path w="796290" h="398145">
                  <a:moveTo>
                    <a:pt x="796277" y="0"/>
                  </a:moveTo>
                  <a:lnTo>
                    <a:pt x="0" y="0"/>
                  </a:lnTo>
                  <a:lnTo>
                    <a:pt x="398145" y="397929"/>
                  </a:lnTo>
                  <a:lnTo>
                    <a:pt x="796277" y="0"/>
                  </a:lnTo>
                  <a:close/>
                </a:path>
              </a:pathLst>
            </a:custGeom>
            <a:solidFill>
              <a:srgbClr val="3DBB95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C14D160-9BB5-296A-3496-C4A28E97AA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6945871"/>
            <a:ext cx="7556498" cy="276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EEC43D-C3F9-D527-F448-3C74D485EA3D}"/>
              </a:ext>
            </a:extLst>
          </p:cNvPr>
          <p:cNvSpPr/>
          <p:nvPr userDrawn="1"/>
        </p:nvSpPr>
        <p:spPr>
          <a:xfrm>
            <a:off x="5073650" y="9152801"/>
            <a:ext cx="2057400" cy="1142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EC29492-E3A8-4393-730D-7EA03D2D7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6694" algn="r">
              <a:spcAft>
                <a:spcPts val="5"/>
              </a:spcAft>
              <a:defRPr sz="595" cap="all" baseline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D66CB4-F051-B05D-0169-B98FB2FFD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595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79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FA4F2F8-85FD-EB85-B389-926F152042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06850" y="2825574"/>
            <a:ext cx="3124200" cy="276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6ED15D-ADC9-5A8E-D088-668B5243AB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7366244"/>
            <a:ext cx="3636010" cy="276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6787A79-D5EB-81D8-2242-0C395FAC8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6694" algn="r">
              <a:spcAft>
                <a:spcPts val="5"/>
              </a:spcAft>
              <a:defRPr sz="595" cap="all" baseline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04EADD5-D154-755B-F384-A7B820E45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595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64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EEC5FB-084F-41EB-01C5-74231CE7BC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18892" y="554903"/>
            <a:ext cx="3637608" cy="276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9D4A76-64A6-4927-11F6-3C8C6C5618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5133602"/>
            <a:ext cx="3609489" cy="32321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871FA70-DED0-9D15-AF32-C6937FE43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6694" algn="r">
              <a:spcAft>
                <a:spcPts val="5"/>
              </a:spcAft>
              <a:defRPr sz="595" cap="all" baseline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6CB956D-4FA8-ABF9-5C2F-A938059B3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595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044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299" y="1285844"/>
            <a:ext cx="4084320" cy="707752"/>
          </a:xfrm>
        </p:spPr>
        <p:txBody>
          <a:bodyPr lIns="0" tIns="0" rIns="0" bIns="0"/>
          <a:lstStyle>
            <a:lvl1pPr>
              <a:defRPr sz="4599" b="0" i="0">
                <a:solidFill>
                  <a:srgbClr val="3DBB95"/>
                </a:solidFill>
                <a:latin typeface="Roboto Light"/>
                <a:cs typeface="Roboto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378142" y="9943387"/>
            <a:ext cx="173945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339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378142" y="9943387"/>
            <a:ext cx="173945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EA5D657-3326-4BF9-0B5A-FD308814E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1081" y="3136434"/>
            <a:ext cx="3200400" cy="276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53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able_of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>
            <a:extLst>
              <a:ext uri="{FF2B5EF4-FFF2-40B4-BE49-F238E27FC236}">
                <a16:creationId xmlns:a16="http://schemas.microsoft.com/office/drawing/2014/main" id="{E451ECFF-06B6-01D5-5339-6B3F1D6DF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233967" y="5030167"/>
            <a:ext cx="7803831" cy="801123"/>
          </a:xfrm>
          <a:prstGeom prst="rect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sz="1735" b="1" spc="223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TABLE OF CONTENTS</a:t>
            </a:r>
            <a:endParaRPr lang="fr-FR"/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74A6562-BCCD-EBEB-F684-7A777629CE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7713" y="2132392"/>
            <a:ext cx="2916189" cy="1327236"/>
          </a:xfrm>
          <a:prstGeom prst="rect">
            <a:avLst/>
          </a:prstGeom>
        </p:spPr>
        <p:txBody>
          <a:bodyPr tIns="32400" bIns="0">
            <a:noAutofit/>
          </a:bodyPr>
          <a:lstStyle>
            <a:lvl1pPr marL="0" indent="0">
              <a:lnSpc>
                <a:spcPct val="100000"/>
              </a:lnSpc>
              <a:spcBef>
                <a:spcPts val="149"/>
              </a:spcBef>
              <a:spcAft>
                <a:spcPts val="372"/>
              </a:spcAft>
              <a:buFont typeface="Arial" panose="020B0604020202020204" pitchFamily="34" charset="0"/>
              <a:buNone/>
              <a:defRPr sz="74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 cap="none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pt-BR"/>
              <a:t>L</a:t>
            </a:r>
            <a:r>
              <a:rPr lang="fr-FR" err="1"/>
              <a:t>orem</a:t>
            </a:r>
            <a:r>
              <a:rPr lang="fr-FR"/>
              <a:t> ipsum</a:t>
            </a:r>
            <a:endParaRPr lang="en-US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BFCCADA2-C02F-FEDE-7661-6C768CB43D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5737" y="2132392"/>
            <a:ext cx="305939" cy="1327236"/>
          </a:xfrm>
          <a:prstGeom prst="rect">
            <a:avLst/>
          </a:prstGeom>
        </p:spPr>
        <p:txBody>
          <a:bodyPr tIns="32400">
            <a:noAutofit/>
          </a:bodyPr>
          <a:lstStyle>
            <a:lvl1pPr marL="6694" indent="0">
              <a:lnSpc>
                <a:spcPct val="100000"/>
              </a:lnSpc>
              <a:spcBef>
                <a:spcPts val="149"/>
              </a:spcBef>
              <a:spcAft>
                <a:spcPts val="372"/>
              </a:spcAft>
              <a:buFont typeface="Arial" panose="020B0604020202020204" pitchFamily="34" charset="0"/>
              <a:buNone/>
              <a:defRPr sz="744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4pPr>
            <a:lvl5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5pPr>
            <a:lvl6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6pPr>
            <a:lvl7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7pPr>
            <a:lvl8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8pPr>
            <a:lvl9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9pPr>
          </a:lstStyle>
          <a:p>
            <a:pPr lvl="0"/>
            <a:r>
              <a:rPr lang="pt-BR"/>
              <a:t>00</a:t>
            </a:r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978E1D3-0161-CF89-104A-852887F307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7712" y="1575178"/>
            <a:ext cx="3932168" cy="309186"/>
          </a:xfrm>
          <a:prstGeom prst="rect">
            <a:avLst/>
          </a:prstGeom>
        </p:spPr>
        <p:txBody>
          <a:bodyPr>
            <a:noAutofit/>
          </a:bodyPr>
          <a:lstStyle>
            <a:lvl1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992" cap="all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 baseline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  <a:defRPr sz="682" cap="all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 marL="0" indent="0">
              <a:buFont typeface="Arial" panose="020B0604020202020204" pitchFamily="34" charset="0"/>
              <a:buNone/>
              <a:defRPr sz="1116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en-US"/>
              <a:t>1. Lorem ipsum</a:t>
            </a:r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623C2-D414-DF4E-BD56-30F5F070CE6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B78A2E-3C10-F244-B817-62F92FA8C9C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CBF0B5F5-EC67-C6C7-A272-516C0C2295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17712" y="4424543"/>
            <a:ext cx="2916189" cy="1734938"/>
          </a:xfrm>
          <a:prstGeom prst="rect">
            <a:avLst/>
          </a:prstGeom>
        </p:spPr>
        <p:txBody>
          <a:bodyPr tIns="32400" bIns="0">
            <a:noAutofit/>
          </a:bodyPr>
          <a:lstStyle>
            <a:lvl1pPr marL="0" indent="0">
              <a:lnSpc>
                <a:spcPct val="100000"/>
              </a:lnSpc>
              <a:spcBef>
                <a:spcPts val="149"/>
              </a:spcBef>
              <a:spcAft>
                <a:spcPts val="372"/>
              </a:spcAft>
              <a:buFont typeface="Arial" panose="020B0604020202020204" pitchFamily="34" charset="0"/>
              <a:buNone/>
              <a:defRPr sz="74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 cap="none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pt-BR"/>
              <a:t>L</a:t>
            </a:r>
            <a:r>
              <a:rPr lang="fr-FR" err="1"/>
              <a:t>orem</a:t>
            </a:r>
            <a:r>
              <a:rPr lang="fr-FR"/>
              <a:t> ipsum</a:t>
            </a:r>
            <a:endParaRPr lang="en-US"/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97CFB394-925B-CC5D-D55B-259577C04E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35736" y="4424543"/>
            <a:ext cx="305939" cy="1734938"/>
          </a:xfrm>
          <a:prstGeom prst="rect">
            <a:avLst/>
          </a:prstGeom>
        </p:spPr>
        <p:txBody>
          <a:bodyPr tIns="32400">
            <a:noAutofit/>
          </a:bodyPr>
          <a:lstStyle>
            <a:lvl1pPr marL="6694" indent="0">
              <a:lnSpc>
                <a:spcPct val="100000"/>
              </a:lnSpc>
              <a:spcBef>
                <a:spcPts val="149"/>
              </a:spcBef>
              <a:spcAft>
                <a:spcPts val="372"/>
              </a:spcAft>
              <a:buFont typeface="Arial" panose="020B0604020202020204" pitchFamily="34" charset="0"/>
              <a:buNone/>
              <a:defRPr sz="744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4pPr>
            <a:lvl5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5pPr>
            <a:lvl6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6pPr>
            <a:lvl7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7pPr>
            <a:lvl8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8pPr>
            <a:lvl9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9pPr>
          </a:lstStyle>
          <a:p>
            <a:pPr lvl="0"/>
            <a:r>
              <a:rPr lang="pt-BR"/>
              <a:t>00</a:t>
            </a:r>
            <a:endParaRPr lang="en-US"/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2D2191ED-94DF-816D-0B8E-F0AE4D9D5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7711" y="3867329"/>
            <a:ext cx="3932168" cy="309186"/>
          </a:xfrm>
          <a:prstGeom prst="rect">
            <a:avLst/>
          </a:prstGeom>
        </p:spPr>
        <p:txBody>
          <a:bodyPr>
            <a:noAutofit/>
          </a:bodyPr>
          <a:lstStyle>
            <a:lvl1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992" cap="all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 baseline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  <a:defRPr sz="682" cap="all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 marL="0" indent="0">
              <a:buFont typeface="Arial" panose="020B0604020202020204" pitchFamily="34" charset="0"/>
              <a:buNone/>
              <a:defRPr sz="1116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en-US"/>
              <a:t>1. Lorem ipsum</a:t>
            </a:r>
            <a:endParaRPr lang="fr-FR"/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7CFAE4A3-9751-7639-F0B7-53AC6C1038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17712" y="7009188"/>
            <a:ext cx="2916189" cy="2318184"/>
          </a:xfrm>
          <a:prstGeom prst="rect">
            <a:avLst/>
          </a:prstGeom>
        </p:spPr>
        <p:txBody>
          <a:bodyPr tIns="32400" bIns="0">
            <a:noAutofit/>
          </a:bodyPr>
          <a:lstStyle>
            <a:lvl1pPr marL="0" indent="0">
              <a:lnSpc>
                <a:spcPct val="100000"/>
              </a:lnSpc>
              <a:spcBef>
                <a:spcPts val="149"/>
              </a:spcBef>
              <a:spcAft>
                <a:spcPts val="372"/>
              </a:spcAft>
              <a:buFont typeface="Arial" panose="020B0604020202020204" pitchFamily="34" charset="0"/>
              <a:buNone/>
              <a:defRPr sz="74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 cap="none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pt-BR"/>
              <a:t>L</a:t>
            </a:r>
            <a:r>
              <a:rPr lang="fr-FR" err="1"/>
              <a:t>orem</a:t>
            </a:r>
            <a:r>
              <a:rPr lang="fr-FR"/>
              <a:t> ipsum</a:t>
            </a:r>
            <a:endParaRPr lang="en-US"/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063D7858-F739-E91D-E559-CF425197D64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35736" y="7009188"/>
            <a:ext cx="305939" cy="2318184"/>
          </a:xfrm>
          <a:prstGeom prst="rect">
            <a:avLst/>
          </a:prstGeom>
        </p:spPr>
        <p:txBody>
          <a:bodyPr tIns="32400">
            <a:noAutofit/>
          </a:bodyPr>
          <a:lstStyle>
            <a:lvl1pPr marL="6694" indent="0">
              <a:lnSpc>
                <a:spcPct val="100000"/>
              </a:lnSpc>
              <a:spcBef>
                <a:spcPts val="149"/>
              </a:spcBef>
              <a:spcAft>
                <a:spcPts val="372"/>
              </a:spcAft>
              <a:buFont typeface="Arial" panose="020B0604020202020204" pitchFamily="34" charset="0"/>
              <a:buNone/>
              <a:defRPr sz="744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4pPr>
            <a:lvl5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5pPr>
            <a:lvl6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6pPr>
            <a:lvl7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7pPr>
            <a:lvl8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8pPr>
            <a:lvl9pPr marL="0" indent="0">
              <a:lnSpc>
                <a:spcPct val="100000"/>
              </a:lnSpc>
              <a:spcBef>
                <a:spcPts val="149"/>
              </a:spcBef>
              <a:spcAft>
                <a:spcPts val="0"/>
              </a:spcAft>
              <a:buFont typeface="Arial" panose="020B0604020202020204" pitchFamily="34" charset="0"/>
              <a:buNone/>
              <a:defRPr sz="62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9pPr>
          </a:lstStyle>
          <a:p>
            <a:pPr lvl="0"/>
            <a:r>
              <a:rPr lang="pt-BR"/>
              <a:t>00</a:t>
            </a:r>
            <a:endParaRPr lang="en-US"/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469ADA84-2A0E-BE6A-F070-16BDFACBFC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17711" y="6451975"/>
            <a:ext cx="3932168" cy="309186"/>
          </a:xfrm>
          <a:prstGeom prst="rect">
            <a:avLst/>
          </a:prstGeom>
        </p:spPr>
        <p:txBody>
          <a:bodyPr>
            <a:noAutofit/>
          </a:bodyPr>
          <a:lstStyle>
            <a:lvl1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992" cap="all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 baseline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  <a:defRPr sz="682" cap="all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 marL="6694" indent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Arial" panose="020B0604020202020204" pitchFamily="34" charset="0"/>
              <a:buNone/>
              <a:defRPr sz="682" cap="all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 marL="0" indent="0">
              <a:buFont typeface="Arial" panose="020B0604020202020204" pitchFamily="34" charset="0"/>
              <a:buNone/>
              <a:defRPr sz="1116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en-US"/>
              <a:t>1. Lorem ipsum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36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ext_in_two_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F3CD969-876D-E675-7F5A-A0BD45E6B9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721" y="1045611"/>
            <a:ext cx="3340529" cy="136397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fr-FR"/>
              <a:t>Edit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70002871-A2DF-7E61-8723-F1F2E075B2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5592" y="2815380"/>
            <a:ext cx="3340181" cy="6497289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1147"/>
              </a:spcAft>
              <a:buFontTx/>
              <a:buNone/>
              <a:defRPr sz="868" b="0" cap="none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spcAft>
                <a:spcPts val="1147"/>
              </a:spcAft>
              <a:defRPr sz="1054" cap="none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0" indent="0">
              <a:spcAft>
                <a:spcPts val="1147"/>
              </a:spcAft>
              <a:buNone/>
              <a:defRPr sz="1054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3pPr>
            <a:lvl4pPr marL="223128" indent="-223128">
              <a:spcAft>
                <a:spcPts val="1147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868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23128" indent="-223128">
              <a:spcAft>
                <a:spcPts val="1147"/>
              </a:spcAft>
              <a:buFont typeface="+mj-lt"/>
              <a:buAutoNum type="arabicPeriod"/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0" indent="0">
              <a:spcAft>
                <a:spcPts val="1147"/>
              </a:spcAft>
              <a:buNone/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>
              <a:spcAft>
                <a:spcPts val="1147"/>
              </a:spcAft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>
              <a:spcAft>
                <a:spcPts val="1147"/>
              </a:spcAft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>
              <a:spcAft>
                <a:spcPts val="1147"/>
              </a:spcAft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09C4523-6158-FA8E-604B-A5270C1D22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9709" y="1511036"/>
            <a:ext cx="2649867" cy="6968200"/>
          </a:xfrm>
          <a:prstGeom prst="rect">
            <a:avLst/>
          </a:prstGeom>
          <a:solidFill>
            <a:srgbClr val="F4E0FF"/>
          </a:solidFill>
        </p:spPr>
        <p:txBody>
          <a:bodyPr lIns="468000" tIns="0" rIns="396000" anchor="ctr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178" i="1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178" i="1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178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178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178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178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178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178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8pPr>
            <a:lvl9pPr>
              <a:lnSpc>
                <a:spcPct val="100000"/>
              </a:lnSpc>
              <a:spcAft>
                <a:spcPts val="0"/>
              </a:spcAft>
              <a:defRPr sz="1178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9pPr>
          </a:lstStyle>
          <a:p>
            <a:pPr lvl="0"/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2558E7-2FC6-204C-9B7D-D66EB6E3E0E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9F720-96A9-1849-B5A0-78160CF735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93C654-2033-C9BB-8F78-1966C51471E0}"/>
              </a:ext>
            </a:extLst>
          </p:cNvPr>
          <p:cNvGrpSpPr/>
          <p:nvPr userDrawn="1"/>
        </p:nvGrpSpPr>
        <p:grpSpPr>
          <a:xfrm>
            <a:off x="6843486" y="833336"/>
            <a:ext cx="713014" cy="685800"/>
            <a:chOff x="11018765" y="0"/>
            <a:chExt cx="1173235" cy="1105742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8D0CCCAE-0A0D-256C-16AD-E370BD2DCF8A}"/>
                </a:ext>
              </a:extLst>
            </p:cNvPr>
            <p:cNvSpPr/>
            <p:nvPr userDrawn="1"/>
          </p:nvSpPr>
          <p:spPr>
            <a:xfrm>
              <a:off x="11963060" y="0"/>
              <a:ext cx="228940" cy="1105438"/>
            </a:xfrm>
            <a:custGeom>
              <a:avLst/>
              <a:gdLst/>
              <a:ahLst/>
              <a:cxnLst/>
              <a:rect l="l" t="t" r="r" b="b"/>
              <a:pathLst>
                <a:path w="285115" h="1376680">
                  <a:moveTo>
                    <a:pt x="284492" y="0"/>
                  </a:moveTo>
                  <a:lnTo>
                    <a:pt x="1003" y="2679"/>
                  </a:lnTo>
                  <a:lnTo>
                    <a:pt x="0" y="1376603"/>
                  </a:lnTo>
                  <a:lnTo>
                    <a:pt x="284416" y="1374724"/>
                  </a:lnTo>
                  <a:lnTo>
                    <a:pt x="284492" y="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pPr defTabSz="734263"/>
              <a:endParaRPr sz="1445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A8990263-AE81-5BD6-D75C-EB1B69F595B1}"/>
                </a:ext>
              </a:extLst>
            </p:cNvPr>
            <p:cNvSpPr/>
            <p:nvPr userDrawn="1"/>
          </p:nvSpPr>
          <p:spPr>
            <a:xfrm>
              <a:off x="11486069" y="1833"/>
              <a:ext cx="242197" cy="1103909"/>
            </a:xfrm>
            <a:custGeom>
              <a:avLst/>
              <a:gdLst/>
              <a:ahLst/>
              <a:cxnLst/>
              <a:rect l="l" t="t" r="r" b="b"/>
              <a:pathLst>
                <a:path w="301625" h="1374775">
                  <a:moveTo>
                    <a:pt x="295681" y="0"/>
                  </a:moveTo>
                  <a:lnTo>
                    <a:pt x="1574" y="774"/>
                  </a:lnTo>
                  <a:lnTo>
                    <a:pt x="0" y="1374317"/>
                  </a:lnTo>
                  <a:lnTo>
                    <a:pt x="301370" y="1371904"/>
                  </a:lnTo>
                  <a:lnTo>
                    <a:pt x="295681" y="0"/>
                  </a:lnTo>
                  <a:close/>
                </a:path>
              </a:pathLst>
            </a:custGeom>
            <a:solidFill>
              <a:srgbClr val="C865FF"/>
            </a:solidFill>
          </p:spPr>
          <p:txBody>
            <a:bodyPr wrap="square" lIns="0" tIns="0" rIns="0" bIns="0" rtlCol="0"/>
            <a:lstStyle/>
            <a:p>
              <a:pPr defTabSz="734263"/>
              <a:endParaRPr sz="1445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33BEC28-D656-F522-B3CA-DF1967BFC20D}"/>
                </a:ext>
              </a:extLst>
            </p:cNvPr>
            <p:cNvSpPr/>
            <p:nvPr userDrawn="1"/>
          </p:nvSpPr>
          <p:spPr>
            <a:xfrm>
              <a:off x="11018765" y="1200"/>
              <a:ext cx="232509" cy="1104418"/>
            </a:xfrm>
            <a:custGeom>
              <a:avLst/>
              <a:gdLst/>
              <a:ahLst/>
              <a:cxnLst/>
              <a:rect l="l" t="t" r="r" b="b"/>
              <a:pathLst>
                <a:path w="289559" h="1375410">
                  <a:moveTo>
                    <a:pt x="215" y="0"/>
                  </a:moveTo>
                  <a:lnTo>
                    <a:pt x="0" y="1375105"/>
                  </a:lnTo>
                  <a:lnTo>
                    <a:pt x="289356" y="1373225"/>
                  </a:lnTo>
                  <a:lnTo>
                    <a:pt x="281597" y="787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pPr defTabSz="734263"/>
              <a:endParaRPr sz="1445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62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ext+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F3CD969-876D-E675-7F5A-A0BD45E6B9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721" y="1045611"/>
            <a:ext cx="3340529" cy="136397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fr-FR"/>
              <a:t>Edit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70002871-A2DF-7E61-8723-F1F2E075B2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5592" y="2815380"/>
            <a:ext cx="3340181" cy="6497289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1147"/>
              </a:spcAft>
              <a:buNone/>
              <a:defRPr sz="868" cap="none" baseline="0">
                <a:solidFill>
                  <a:schemeClr val="accent1"/>
                </a:solidFill>
                <a:latin typeface="Roboto" panose="02000000000000000000" pitchFamily="2" charset="0"/>
                <a:ea typeface="Roboto Black" panose="02000000000000000000" pitchFamily="2" charset="0"/>
              </a:defRPr>
            </a:lvl1pPr>
            <a:lvl2pPr>
              <a:spcAft>
                <a:spcPts val="1147"/>
              </a:spcAft>
              <a:defRPr sz="1054" cap="none" baseline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0" indent="0">
              <a:spcAft>
                <a:spcPts val="1147"/>
              </a:spcAft>
              <a:buNone/>
              <a:defRPr lang="fr-FR" dirty="0" smtClean="0"/>
            </a:lvl3pPr>
            <a:lvl4pPr marL="223128" indent="-223128">
              <a:spcAft>
                <a:spcPts val="1147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868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0" indent="0">
              <a:spcAft>
                <a:spcPts val="1147"/>
              </a:spcAft>
              <a:buFont typeface="+mj-lt"/>
              <a:buNone/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0" indent="0">
              <a:spcAft>
                <a:spcPts val="1147"/>
              </a:spcAft>
              <a:buNone/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6pPr>
            <a:lvl7pPr>
              <a:spcAft>
                <a:spcPts val="1147"/>
              </a:spcAft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7pPr>
            <a:lvl8pPr>
              <a:spcAft>
                <a:spcPts val="1147"/>
              </a:spcAft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8pPr>
            <a:lvl9pPr>
              <a:spcAft>
                <a:spcPts val="1147"/>
              </a:spcAft>
              <a:defRPr sz="1054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A83E3425-CE30-5F4B-78B8-76936B7C268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309614" y="1868948"/>
            <a:ext cx="2651446" cy="666469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Click on the </a:t>
            </a:r>
            <a:r>
              <a:rPr lang="fr-FR" err="1"/>
              <a:t>icon</a:t>
            </a:r>
            <a:r>
              <a:rPr lang="fr-FR"/>
              <a:t> to </a:t>
            </a:r>
            <a:r>
              <a:rPr lang="fr-FR" err="1"/>
              <a:t>add</a:t>
            </a:r>
            <a:r>
              <a:rPr lang="fr-FR"/>
              <a:t> an image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7D9646-FC06-6C4E-8E26-B2F67E2446A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7A7EA-DD02-A544-8427-4FD6444364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86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0FED08-7711-959B-2B36-CA414240C5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721" y="1283207"/>
            <a:ext cx="6686979" cy="1363979"/>
          </a:xfrm>
          <a:prstGeom prst="rect">
            <a:avLst/>
          </a:prstGeom>
        </p:spPr>
        <p:txBody>
          <a:bodyPr/>
          <a:lstStyle/>
          <a:p>
            <a:r>
              <a:rPr lang="fr-FR"/>
              <a:t>Blank slide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72CE98-8486-AE68-F26C-9541DD3D1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45083" y="9908491"/>
            <a:ext cx="6740971" cy="30918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E3B620-C9CE-2B9A-140E-F0DD5DC270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261428" y="9908491"/>
            <a:ext cx="128829" cy="309186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37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0FED08-7711-959B-2B36-CA414240C5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721" y="1283207"/>
            <a:ext cx="6686979" cy="1363979"/>
          </a:xfrm>
          <a:prstGeom prst="rect">
            <a:avLst/>
          </a:prstGeom>
        </p:spPr>
        <p:txBody>
          <a:bodyPr/>
          <a:lstStyle/>
          <a:p>
            <a:r>
              <a:rPr lang="fr-FR" err="1"/>
              <a:t>Title</a:t>
            </a:r>
            <a:r>
              <a:rPr lang="fr-FR"/>
              <a:t> of slide, </a:t>
            </a:r>
            <a:r>
              <a:rPr lang="fr-FR" err="1"/>
              <a:t>blank</a:t>
            </a:r>
            <a:r>
              <a:rPr lang="fr-FR"/>
              <a:t> slide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72CE98-8486-AE68-F26C-9541DD3D1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0968" y="9908491"/>
            <a:ext cx="2550319" cy="30918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E3B620-C9CE-2B9A-140E-F0DD5DC270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03185" y="9908491"/>
            <a:ext cx="128829" cy="309186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904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AL 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5A1CDC-3E5E-0CA2-2153-DC908FB6F5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8515351"/>
            <a:ext cx="7556500" cy="1581149"/>
          </a:xfrm>
          <a:prstGeom prst="rect">
            <a:avLst/>
          </a:prstGeom>
          <a:solidFill>
            <a:srgbClr val="002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11B38-C8A5-6853-4569-385D1BD571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556500" cy="1828800"/>
          </a:xfrm>
          <a:prstGeom prst="rect">
            <a:avLst/>
          </a:prstGeom>
          <a:solidFill>
            <a:srgbClr val="002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9FA532-EE8B-D779-01DA-EEE043F0CB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828799"/>
            <a:ext cx="2209800" cy="6686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898DE43-8821-03DB-846E-B7FC217BC3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209800" cy="18287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65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444A7BFB-C406-B1BC-2641-49FF4B8D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99" y="1285844"/>
            <a:ext cx="408432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3DBB95"/>
                </a:solidFill>
                <a:latin typeface="Roboto Light"/>
                <a:cs typeface="Roboto Light"/>
              </a:defRPr>
            </a:lvl1pPr>
          </a:lstStyle>
          <a:p>
            <a:endParaRPr/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6F8E3E2C-FAEC-4DB3-887B-92D29F83C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143" y="2459118"/>
            <a:ext cx="68065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311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03" r:id="rId7"/>
    <p:sldLayoutId id="2147483826" r:id="rId8"/>
    <p:sldLayoutId id="2147483827" r:id="rId9"/>
    <p:sldLayoutId id="2147483828" r:id="rId10"/>
    <p:sldLayoutId id="2147483831" r:id="rId11"/>
    <p:sldLayoutId id="2147483832" r:id="rId12"/>
  </p:sldLayoutIdLst>
  <p:txStyles>
    <p:titleStyle>
      <a:lvl1pPr marL="6694" algn="l" defTabSz="566745" rtl="0" eaLnBrk="1" latinLnBrk="0" hangingPunct="1">
        <a:lnSpc>
          <a:spcPct val="100000"/>
        </a:lnSpc>
        <a:spcBef>
          <a:spcPts val="47"/>
        </a:spcBef>
        <a:buNone/>
        <a:defRPr sz="1735" b="1" kern="120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0" marR="0" indent="0" algn="l" defTabSz="566745" rtl="0" eaLnBrk="1" fontAlgn="auto" latinLnBrk="0" hangingPunct="1">
        <a:lnSpc>
          <a:spcPct val="100000"/>
        </a:lnSpc>
        <a:spcBef>
          <a:spcPts val="0"/>
        </a:spcBef>
        <a:spcAft>
          <a:spcPts val="744"/>
        </a:spcAft>
        <a:buClr>
          <a:srgbClr val="70BD95"/>
        </a:buClr>
        <a:buSzTx/>
        <a:buFont typeface="Wingdings" pitchFamily="2" charset="2"/>
        <a:buNone/>
        <a:tabLst/>
        <a:defRPr sz="868" kern="1200" cap="none" baseline="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0" indent="0" algn="l" defTabSz="566745" rtl="0" eaLnBrk="1" latinLnBrk="0" hangingPunct="1">
        <a:lnSpc>
          <a:spcPct val="90000"/>
        </a:lnSpc>
        <a:spcBef>
          <a:spcPts val="0"/>
        </a:spcBef>
        <a:spcAft>
          <a:spcPts val="744"/>
        </a:spcAft>
        <a:buFont typeface="Arial" panose="020B0604020202020204" pitchFamily="34" charset="0"/>
        <a:buNone/>
        <a:defRPr sz="1116" kern="1200" cap="all" baseline="0">
          <a:solidFill>
            <a:schemeClr val="tx2"/>
          </a:solidFill>
          <a:latin typeface="Roboto Black" panose="02000000000000000000" pitchFamily="2" charset="0"/>
          <a:ea typeface="Roboto Black" panose="02000000000000000000" pitchFamily="2" charset="0"/>
          <a:cs typeface="Roboto" panose="02000000000000000000" pitchFamily="2" charset="0"/>
        </a:defRPr>
      </a:lvl2pPr>
      <a:lvl3pPr marL="177108" indent="-177108" algn="l" defTabSz="566745" rtl="0" eaLnBrk="1" latinLnBrk="0" hangingPunct="1">
        <a:lnSpc>
          <a:spcPct val="90000"/>
        </a:lnSpc>
        <a:spcBef>
          <a:spcPts val="0"/>
        </a:spcBef>
        <a:spcAft>
          <a:spcPts val="744"/>
        </a:spcAft>
        <a:buClr>
          <a:schemeClr val="tx2"/>
        </a:buClr>
        <a:buFont typeface="Arial" panose="020B0604020202020204" pitchFamily="34" charset="0"/>
        <a:buChar char="•"/>
        <a:defRPr sz="992" kern="120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77108" indent="-177108" algn="l" defTabSz="566745" rtl="0" eaLnBrk="1" latinLnBrk="0" hangingPunct="1">
        <a:lnSpc>
          <a:spcPct val="100000"/>
        </a:lnSpc>
        <a:spcBef>
          <a:spcPts val="0"/>
        </a:spcBef>
        <a:spcAft>
          <a:spcPts val="744"/>
        </a:spcAft>
        <a:buClr>
          <a:srgbClr val="70BD95"/>
        </a:buClr>
        <a:buFont typeface="Wingdings" pitchFamily="2" charset="2"/>
        <a:buChar char="§"/>
        <a:defRPr sz="868" kern="1200" baseline="0">
          <a:solidFill>
            <a:schemeClr val="accent1"/>
          </a:solidFill>
          <a:latin typeface="Roboto" panose="02000000000000000000" pitchFamily="2" charset="0"/>
          <a:ea typeface="Roboto Black" panose="02000000000000000000" pitchFamily="2" charset="0"/>
          <a:cs typeface="Roboto" panose="02000000000000000000" pitchFamily="2" charset="0"/>
        </a:defRPr>
      </a:lvl4pPr>
      <a:lvl5pPr marL="0" indent="0" algn="l" defTabSz="566745" rtl="0" eaLnBrk="1" latinLnBrk="0" hangingPunct="1">
        <a:lnSpc>
          <a:spcPct val="90000"/>
        </a:lnSpc>
        <a:spcBef>
          <a:spcPts val="0"/>
        </a:spcBef>
        <a:spcAft>
          <a:spcPts val="744"/>
        </a:spcAft>
        <a:buFont typeface="Arial" panose="020B0604020202020204" pitchFamily="34" charset="0"/>
        <a:buNone/>
        <a:defRPr sz="992" kern="120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12529" indent="-212529" algn="l" defTabSz="566745" rtl="0" eaLnBrk="1" latinLnBrk="0" hangingPunct="1">
        <a:lnSpc>
          <a:spcPct val="90000"/>
        </a:lnSpc>
        <a:spcBef>
          <a:spcPts val="0"/>
        </a:spcBef>
        <a:spcAft>
          <a:spcPts val="744"/>
        </a:spcAft>
        <a:buClr>
          <a:schemeClr val="tx2"/>
        </a:buClr>
        <a:buFont typeface="+mj-lt"/>
        <a:buAutoNum type="arabicPeriod"/>
        <a:defRPr sz="868" kern="120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6pPr>
      <a:lvl7pPr marL="0" indent="0" algn="l" defTabSz="566745" rtl="0" eaLnBrk="1" latinLnBrk="0" hangingPunct="1">
        <a:lnSpc>
          <a:spcPct val="90000"/>
        </a:lnSpc>
        <a:spcBef>
          <a:spcPts val="0"/>
        </a:spcBef>
        <a:spcAft>
          <a:spcPts val="744"/>
        </a:spcAft>
        <a:buFont typeface="Arial" panose="020B0604020202020204" pitchFamily="34" charset="0"/>
        <a:buNone/>
        <a:defRPr sz="868" kern="120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7pPr>
      <a:lvl8pPr marL="0" indent="0" algn="l" defTabSz="566745" rtl="0" eaLnBrk="1" latinLnBrk="0" hangingPunct="1">
        <a:lnSpc>
          <a:spcPct val="90000"/>
        </a:lnSpc>
        <a:spcBef>
          <a:spcPts val="0"/>
        </a:spcBef>
        <a:spcAft>
          <a:spcPts val="744"/>
        </a:spcAft>
        <a:buFont typeface="Arial" panose="020B0604020202020204" pitchFamily="34" charset="0"/>
        <a:buNone/>
        <a:defRPr sz="868" kern="120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8pPr>
      <a:lvl9pPr marL="0" indent="0" algn="l" defTabSz="566745" rtl="0" eaLnBrk="1" latinLnBrk="0" hangingPunct="1">
        <a:lnSpc>
          <a:spcPct val="90000"/>
        </a:lnSpc>
        <a:spcBef>
          <a:spcPts val="0"/>
        </a:spcBef>
        <a:spcAft>
          <a:spcPts val="744"/>
        </a:spcAft>
        <a:buFont typeface="Arial" panose="020B0604020202020204" pitchFamily="34" charset="0"/>
        <a:buNone/>
        <a:defRPr sz="868" kern="1200">
          <a:solidFill>
            <a:schemeClr val="accent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9pPr>
    </p:bodyStyle>
    <p:otherStyle>
      <a:defPPr>
        <a:defRPr lang="pt-AO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pos="7680">
          <p15:clr>
            <a:srgbClr val="F26B43"/>
          </p15:clr>
        </p15:guide>
        <p15:guide id="24" pos="230">
          <p15:clr>
            <a:srgbClr val="F26B43"/>
          </p15:clr>
        </p15:guide>
        <p15:guide id="25" pos="1132">
          <p15:clr>
            <a:srgbClr val="F26B43"/>
          </p15:clr>
        </p15:guide>
        <p15:guide id="26" pos="2035">
          <p15:clr>
            <a:srgbClr val="F26B43"/>
          </p15:clr>
        </p15:guide>
        <p15:guide id="27" pos="2937">
          <p15:clr>
            <a:srgbClr val="F26B43"/>
          </p15:clr>
        </p15:guide>
        <p15:guide id="28" pos="3840">
          <p15:clr>
            <a:srgbClr val="F26B43"/>
          </p15:clr>
        </p15:guide>
        <p15:guide id="29" pos="4742">
          <p15:clr>
            <a:srgbClr val="F26B43"/>
          </p15:clr>
        </p15:guide>
        <p15:guide id="30" pos="5644">
          <p15:clr>
            <a:srgbClr val="F26B43"/>
          </p15:clr>
        </p15:guide>
        <p15:guide id="31" pos="6547">
          <p15:clr>
            <a:srgbClr val="F26B43"/>
          </p15:clr>
        </p15:guide>
        <p15:guide id="32" pos="7449">
          <p15:clr>
            <a:srgbClr val="F26B43"/>
          </p15:clr>
        </p15:guide>
        <p15:guide id="33" orient="horz">
          <p15:clr>
            <a:srgbClr val="F26B43"/>
          </p15:clr>
        </p15:guide>
        <p15:guide id="34" orient="horz" pos="4320">
          <p15:clr>
            <a:srgbClr val="F26B43"/>
          </p15:clr>
        </p15:guide>
        <p15:guide id="35" orient="horz" pos="230">
          <p15:clr>
            <a:srgbClr val="F26B43"/>
          </p15:clr>
        </p15:guide>
        <p15:guide id="36" orient="horz" pos="2160">
          <p15:clr>
            <a:srgbClr val="F26B43"/>
          </p15:clr>
        </p15:guide>
        <p15:guide id="37" orient="horz" pos="4089">
          <p15:clr>
            <a:srgbClr val="F26B43"/>
          </p15:clr>
        </p15:guide>
        <p15:guide id="38" pos="444">
          <p15:clr>
            <a:srgbClr val="F26B43"/>
          </p15:clr>
        </p15:guide>
        <p15:guide id="39" pos="724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D9E5294-6D56-F38A-CB0A-56095108F0A9}"/>
              </a:ext>
            </a:extLst>
          </p:cNvPr>
          <p:cNvSpPr/>
          <p:nvPr/>
        </p:nvSpPr>
        <p:spPr>
          <a:xfrm>
            <a:off x="2209800" y="8984"/>
            <a:ext cx="5346700" cy="18198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B44864-05B2-BA70-7DA7-30DCDB618D81}"/>
              </a:ext>
            </a:extLst>
          </p:cNvPr>
          <p:cNvSpPr/>
          <p:nvPr/>
        </p:nvSpPr>
        <p:spPr>
          <a:xfrm>
            <a:off x="0" y="8519159"/>
            <a:ext cx="7556500" cy="15659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2588117-9402-67D3-6A28-09988E700E46}"/>
              </a:ext>
            </a:extLst>
          </p:cNvPr>
          <p:cNvSpPr txBox="1">
            <a:spLocks/>
          </p:cNvSpPr>
          <p:nvPr/>
        </p:nvSpPr>
        <p:spPr>
          <a:xfrm>
            <a:off x="2485374" y="307352"/>
            <a:ext cx="4861630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 marL="6694" algn="l" defTabSz="566745" rtl="0" eaLnBrk="1" latinLnBrk="0" hangingPunct="1">
              <a:lnSpc>
                <a:spcPct val="100000"/>
              </a:lnSpc>
              <a:spcBef>
                <a:spcPts val="47"/>
              </a:spcBef>
              <a:buNone/>
              <a:defRPr sz="1735" b="1" kern="120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12699">
              <a:spcBef>
                <a:spcPts val="120"/>
              </a:spcBef>
            </a:pPr>
            <a:r>
              <a:rPr lang="en-GB" sz="2800" spc="-10" dirty="0">
                <a:solidFill>
                  <a:schemeClr val="bg1"/>
                </a:solidFill>
              </a:rPr>
              <a:t>Headline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5B6CE6F-BE2A-BEDE-17A6-A529AC26A9FC}"/>
              </a:ext>
            </a:extLst>
          </p:cNvPr>
          <p:cNvSpPr txBox="1"/>
          <p:nvPr/>
        </p:nvSpPr>
        <p:spPr>
          <a:xfrm>
            <a:off x="2485374" y="1354635"/>
            <a:ext cx="28632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9">
              <a:spcBef>
                <a:spcPts val="90"/>
              </a:spcBef>
            </a:pPr>
            <a:r>
              <a:rPr lang="en-GB" sz="1100" spc="-10" dirty="0">
                <a:solidFill>
                  <a:srgbClr val="FFFFFF"/>
                </a:solidFill>
                <a:latin typeface="Roboto Light"/>
                <a:cs typeface="Roboto Light"/>
              </a:rPr>
              <a:t>Client name (or Confidential)</a:t>
            </a:r>
            <a:endParaRPr sz="1100" dirty="0">
              <a:latin typeface="Roboto Light"/>
              <a:cs typeface="Roboto Light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D38E620-9E92-F2BD-DF0C-4EAF05BF190A}"/>
              </a:ext>
            </a:extLst>
          </p:cNvPr>
          <p:cNvSpPr txBox="1"/>
          <p:nvPr/>
        </p:nvSpPr>
        <p:spPr>
          <a:xfrm>
            <a:off x="206846" y="5402558"/>
            <a:ext cx="1123315" cy="300723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699">
              <a:spcBef>
                <a:spcPts val="285"/>
              </a:spcBef>
            </a:pPr>
            <a:r>
              <a:rPr lang="en-GB" sz="750" b="1" dirty="0">
                <a:solidFill>
                  <a:srgbClr val="002338"/>
                </a:solidFill>
                <a:latin typeface="Roboto Medium"/>
                <a:cs typeface="Roboto Medium"/>
              </a:rPr>
              <a:t>PERIOD</a:t>
            </a:r>
            <a:endParaRPr sz="750" b="1" dirty="0">
              <a:latin typeface="Roboto Medium"/>
              <a:cs typeface="Roboto Medium"/>
            </a:endParaRPr>
          </a:p>
          <a:p>
            <a:pPr marL="12699">
              <a:spcBef>
                <a:spcPts val="229"/>
              </a:spcBef>
            </a:pPr>
            <a:r>
              <a:rPr lang="en-GB" sz="800" dirty="0">
                <a:solidFill>
                  <a:srgbClr val="002338"/>
                </a:solidFill>
                <a:latin typeface="Roboto Light"/>
                <a:cs typeface="Roboto Light"/>
              </a:rPr>
              <a:t>i.e. 2024-2025</a:t>
            </a:r>
            <a:endParaRPr sz="800" dirty="0">
              <a:latin typeface="Roboto Light"/>
              <a:cs typeface="Roboto Light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9B0AECCC-3889-9CC2-DD3C-C7951BA1F363}"/>
              </a:ext>
            </a:extLst>
          </p:cNvPr>
          <p:cNvSpPr txBox="1"/>
          <p:nvPr/>
        </p:nvSpPr>
        <p:spPr>
          <a:xfrm>
            <a:off x="206846" y="2481279"/>
            <a:ext cx="1383057" cy="13240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699">
              <a:spcBef>
                <a:spcPts val="285"/>
              </a:spcBef>
            </a:pPr>
            <a:r>
              <a:rPr lang="en-GB" sz="800" b="1" dirty="0">
                <a:solidFill>
                  <a:srgbClr val="002338"/>
                </a:solidFill>
                <a:latin typeface="Roboto Medium"/>
              </a:rPr>
              <a:t>TYPE OF WORK</a:t>
            </a:r>
            <a:endParaRPr sz="800" b="1" dirty="0">
              <a:solidFill>
                <a:srgbClr val="002338"/>
              </a:solidFill>
              <a:latin typeface="Roboto Medium"/>
            </a:endParaRP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Service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Service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Service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Service 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Service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Service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Service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sz="800" dirty="0"/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2479FD21-EBB8-9DEE-85D1-A8A70BDDE223}"/>
              </a:ext>
            </a:extLst>
          </p:cNvPr>
          <p:cNvSpPr txBox="1"/>
          <p:nvPr/>
        </p:nvSpPr>
        <p:spPr>
          <a:xfrm>
            <a:off x="206846" y="4818136"/>
            <a:ext cx="1033773" cy="313547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699">
              <a:spcBef>
                <a:spcPts val="285"/>
              </a:spcBef>
            </a:pPr>
            <a:r>
              <a:rPr lang="en-GB" sz="750" b="1" dirty="0">
                <a:solidFill>
                  <a:srgbClr val="002338"/>
                </a:solidFill>
                <a:latin typeface="Roboto Medium"/>
              </a:rPr>
              <a:t>PROJECT VALUE</a:t>
            </a:r>
          </a:p>
          <a:p>
            <a:pPr marL="12699">
              <a:spcBef>
                <a:spcPts val="285"/>
              </a:spcBef>
            </a:pPr>
            <a:r>
              <a:rPr lang="en-GB" sz="800" dirty="0">
                <a:solidFill>
                  <a:srgbClr val="002338"/>
                </a:solidFill>
                <a:latin typeface="Roboto Light"/>
                <a:cs typeface="Roboto Light"/>
              </a:rPr>
              <a:t>i.e. &gt;£15m</a:t>
            </a:r>
            <a:endParaRPr sz="800" spc="-10" dirty="0">
              <a:solidFill>
                <a:srgbClr val="002338"/>
              </a:solidFill>
              <a:latin typeface="Roboto Light "/>
            </a:endParaRPr>
          </a:p>
        </p:txBody>
      </p:sp>
      <p:sp>
        <p:nvSpPr>
          <p:cNvPr id="22" name="object 16">
            <a:extLst>
              <a:ext uri="{FF2B5EF4-FFF2-40B4-BE49-F238E27FC236}">
                <a16:creationId xmlns:a16="http://schemas.microsoft.com/office/drawing/2014/main" id="{44373071-2DD2-EB6C-D400-0E8C8A8E0E8D}"/>
              </a:ext>
            </a:extLst>
          </p:cNvPr>
          <p:cNvSpPr txBox="1"/>
          <p:nvPr/>
        </p:nvSpPr>
        <p:spPr>
          <a:xfrm>
            <a:off x="2485374" y="3588553"/>
            <a:ext cx="2250000" cy="50859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3203">
              <a:spcBef>
                <a:spcPts val="120"/>
              </a:spcBef>
            </a:pPr>
            <a:r>
              <a:rPr lang="en-GB" sz="1100" dirty="0">
                <a:solidFill>
                  <a:srgbClr val="002338"/>
                </a:solidFill>
                <a:highlight>
                  <a:srgbClr val="FF0000"/>
                </a:highlight>
                <a:latin typeface="Roboto Medium"/>
                <a:cs typeface="Roboto Medium"/>
              </a:rPr>
              <a:t>COMPANY NAME</a:t>
            </a:r>
            <a:r>
              <a:rPr lang="en-GB" sz="1100" dirty="0">
                <a:solidFill>
                  <a:srgbClr val="002338"/>
                </a:solidFill>
                <a:latin typeface="Roboto Medium"/>
                <a:cs typeface="Roboto Medium"/>
              </a:rPr>
              <a:t> </a:t>
            </a:r>
            <a:r>
              <a:rPr sz="1100" spc="-10" dirty="0">
                <a:solidFill>
                  <a:srgbClr val="002338"/>
                </a:solidFill>
                <a:latin typeface="Roboto Medium"/>
                <a:cs typeface="Roboto Medium"/>
              </a:rPr>
              <a:t>solutions</a:t>
            </a:r>
            <a:endParaRPr sz="1100" dirty="0">
              <a:latin typeface="Roboto Medium"/>
              <a:cs typeface="Roboto Medium"/>
            </a:endParaRPr>
          </a:p>
          <a:p>
            <a:pPr>
              <a:buNone/>
            </a:pPr>
            <a:endParaRPr lang="en-GB" sz="900" b="1" dirty="0"/>
          </a:p>
          <a:p>
            <a:pPr>
              <a:lnSpc>
                <a:spcPct val="114000"/>
              </a:lnSpc>
              <a:buNone/>
            </a:pPr>
            <a:r>
              <a:rPr lang="en-GB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Defined: </a:t>
            </a: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i.e. We defined the optimal process…</a:t>
            </a: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r>
              <a:rPr lang="en-GB" sz="800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Our expertise….</a:t>
            </a:r>
          </a:p>
          <a:p>
            <a:pPr>
              <a:lnSpc>
                <a:spcPct val="114000"/>
              </a:lnSpc>
              <a:buNone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  <a:buNone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GB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Designed and delivered: </a:t>
            </a: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i.e. We designed and delivered…</a:t>
            </a:r>
          </a:p>
          <a:p>
            <a:pPr>
              <a:lnSpc>
                <a:spcPct val="114000"/>
              </a:lnSpc>
            </a:pPr>
            <a:endParaRPr lang="en-GB" sz="800" spc="-10" dirty="0">
              <a:solidFill>
                <a:srgbClr val="002338"/>
              </a:solidFill>
              <a:latin typeface="Roboto Light"/>
              <a:cs typeface="Roboto Light"/>
            </a:endParaRPr>
          </a:p>
          <a:p>
            <a:pPr>
              <a:lnSpc>
                <a:spcPct val="114000"/>
              </a:lnSpc>
            </a:pPr>
            <a:endParaRPr lang="en-GB" sz="800" spc="-10" dirty="0">
              <a:solidFill>
                <a:srgbClr val="002338"/>
              </a:solidFill>
              <a:latin typeface="Roboto Light"/>
              <a:cs typeface="Roboto Light"/>
            </a:endParaRPr>
          </a:p>
          <a:p>
            <a:pPr>
              <a:lnSpc>
                <a:spcPct val="114000"/>
              </a:lnSpc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What our design meant for the client.</a:t>
            </a:r>
            <a:endParaRPr lang="en-GB" sz="800" b="1" spc="-1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>
              <a:lnSpc>
                <a:spcPct val="114000"/>
              </a:lnSpc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GB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Our service </a:t>
            </a: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GB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Another service </a:t>
            </a: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GB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Another </a:t>
            </a:r>
            <a:r>
              <a:rPr lang="en-GB" sz="800" b="1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service </a:t>
            </a: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GB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Another service </a:t>
            </a: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GB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D0E45670-04A6-1CAC-F1F9-ED40B4A37A65}"/>
              </a:ext>
            </a:extLst>
          </p:cNvPr>
          <p:cNvSpPr txBox="1"/>
          <p:nvPr/>
        </p:nvSpPr>
        <p:spPr>
          <a:xfrm>
            <a:off x="4855776" y="3569503"/>
            <a:ext cx="2250000" cy="46667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3203">
              <a:spcBef>
                <a:spcPts val="120"/>
              </a:spcBef>
            </a:pPr>
            <a:r>
              <a:rPr lang="en-US" sz="1100" spc="20" dirty="0">
                <a:solidFill>
                  <a:srgbClr val="002338"/>
                </a:solidFill>
                <a:latin typeface="Roboto Medium"/>
              </a:rPr>
              <a:t>Customer benefits</a:t>
            </a:r>
          </a:p>
          <a:p>
            <a:pPr>
              <a:lnSpc>
                <a:spcPct val="114000"/>
              </a:lnSpc>
              <a:buNone/>
            </a:pPr>
            <a:endParaRPr lang="en-US" sz="8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800" dirty="0">
                <a:latin typeface="Roboto Light" panose="02000000000000000000" pitchFamily="2" charset="0"/>
                <a:ea typeface="Roboto Light" panose="02000000000000000000" pitchFamily="2" charset="0"/>
              </a:rPr>
              <a:t>INSERT TEXT HERE</a:t>
            </a: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highlight>
                <a:srgbClr val="FF0000"/>
              </a:highlight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Key results: </a:t>
            </a:r>
          </a:p>
          <a:p>
            <a:pPr>
              <a:lnSpc>
                <a:spcPct val="114000"/>
              </a:lnSpc>
            </a:pPr>
            <a:endParaRPr lang="en-US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800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stats, figures, key information</a:t>
            </a: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Key result</a:t>
            </a: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Another key result</a:t>
            </a:r>
          </a:p>
          <a:p>
            <a:pPr>
              <a:lnSpc>
                <a:spcPct val="114000"/>
              </a:lnSpc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Another key result</a:t>
            </a:r>
          </a:p>
          <a:p>
            <a:pPr marL="171450" indent="-171450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b="1" dirty="0">
              <a:solidFill>
                <a:schemeClr val="accent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800" b="1" dirty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Future-ready infrastructure: </a:t>
            </a:r>
            <a:r>
              <a:rPr lang="en-US" sz="800" dirty="0">
                <a:latin typeface="Roboto Light" panose="02000000000000000000" pitchFamily="2" charset="0"/>
                <a:ea typeface="Roboto Light" panose="02000000000000000000" pitchFamily="2" charset="0"/>
              </a:rPr>
              <a:t>i.e. Completed with zero incidents…</a:t>
            </a:r>
          </a:p>
          <a:p>
            <a:pPr>
              <a:lnSpc>
                <a:spcPct val="114000"/>
              </a:lnSpc>
            </a:pPr>
            <a:endParaRPr lang="en-US" sz="8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sz="8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800" dirty="0">
                <a:latin typeface="Roboto Light" panose="02000000000000000000" pitchFamily="2" charset="0"/>
                <a:ea typeface="Roboto Light" panose="02000000000000000000" pitchFamily="2" charset="0"/>
              </a:rPr>
              <a:t>Carefully managed to </a:t>
            </a:r>
            <a:r>
              <a:rPr lang="en-US" sz="8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minimise</a:t>
            </a:r>
            <a:r>
              <a:rPr lang="en-US" sz="800" dirty="0">
                <a:latin typeface="Roboto Light" panose="02000000000000000000" pitchFamily="2" charset="0"/>
                <a:ea typeface="Roboto Light" panose="02000000000000000000" pitchFamily="2" charset="0"/>
              </a:rPr>
              <a:t> disruption and ensure </a:t>
            </a:r>
            <a:endParaRPr lang="en-GB" sz="900" dirty="0">
              <a:latin typeface="Roboto Light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9CC0B923-F7FD-F694-B352-DAB550945BDA}"/>
              </a:ext>
            </a:extLst>
          </p:cNvPr>
          <p:cNvSpPr txBox="1"/>
          <p:nvPr/>
        </p:nvSpPr>
        <p:spPr>
          <a:xfrm>
            <a:off x="2485374" y="2021957"/>
            <a:ext cx="4639719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GB" sz="900" dirty="0"/>
              <a:t>Insert text here</a:t>
            </a:r>
            <a:endParaRPr sz="200" b="1" dirty="0">
              <a:latin typeface="Roboto Light"/>
              <a:cs typeface="Roboto Light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30E5DE0-EBF5-38D6-963A-73C11EF87D44}"/>
              </a:ext>
            </a:extLst>
          </p:cNvPr>
          <p:cNvCxnSpPr/>
          <p:nvPr/>
        </p:nvCxnSpPr>
        <p:spPr>
          <a:xfrm>
            <a:off x="2521315" y="3511860"/>
            <a:ext cx="463971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4">
            <a:extLst>
              <a:ext uri="{FF2B5EF4-FFF2-40B4-BE49-F238E27FC236}">
                <a16:creationId xmlns:a16="http://schemas.microsoft.com/office/drawing/2014/main" id="{19F6DDDE-F84B-4C95-C35C-E26F258B11C4}"/>
              </a:ext>
            </a:extLst>
          </p:cNvPr>
          <p:cNvSpPr txBox="1"/>
          <p:nvPr/>
        </p:nvSpPr>
        <p:spPr>
          <a:xfrm>
            <a:off x="206846" y="3856864"/>
            <a:ext cx="1546809" cy="74443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699">
              <a:spcBef>
                <a:spcPts val="285"/>
              </a:spcBef>
            </a:pPr>
            <a:r>
              <a:rPr lang="en-GB" sz="750" b="1" dirty="0">
                <a:solidFill>
                  <a:srgbClr val="002338"/>
                </a:solidFill>
                <a:latin typeface="Roboto Medium"/>
                <a:cs typeface="Roboto Medium"/>
              </a:rPr>
              <a:t>INSTALLED EQUIPMENT</a:t>
            </a:r>
            <a:r>
              <a:rPr lang="en-GB" sz="900" b="1" dirty="0">
                <a:solidFill>
                  <a:srgbClr val="002338"/>
                </a:solidFill>
                <a:latin typeface="Roboto Light"/>
                <a:cs typeface="Roboto Light"/>
              </a:rPr>
              <a:t> 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Equipment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Equipment</a:t>
            </a:r>
          </a:p>
          <a:p>
            <a:pPr marL="184149" indent="-171450"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  <a:t>Equipment</a:t>
            </a:r>
            <a:br>
              <a:rPr lang="en-GB" sz="800" spc="-10" dirty="0">
                <a:solidFill>
                  <a:srgbClr val="002338"/>
                </a:solidFill>
                <a:latin typeface="Roboto Light"/>
                <a:cs typeface="Roboto Light"/>
              </a:rPr>
            </a:br>
            <a:r>
              <a:rPr lang="en-GB" sz="800" spc="-10" dirty="0" err="1">
                <a:solidFill>
                  <a:srgbClr val="002338"/>
                </a:solidFill>
                <a:latin typeface="Roboto Light"/>
                <a:cs typeface="Roboto Light"/>
              </a:rPr>
              <a:t>Equipment</a:t>
            </a:r>
            <a:endParaRPr lang="en-GB" sz="800" spc="-10" dirty="0">
              <a:solidFill>
                <a:srgbClr val="002338"/>
              </a:solidFill>
              <a:latin typeface="Roboto Light"/>
              <a:cs typeface="Robot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234D7-8301-1C04-022B-5EF3CE12CBC3}"/>
              </a:ext>
            </a:extLst>
          </p:cNvPr>
          <p:cNvSpPr txBox="1"/>
          <p:nvPr/>
        </p:nvSpPr>
        <p:spPr>
          <a:xfrm>
            <a:off x="209496" y="2073386"/>
            <a:ext cx="154680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1" dirty="0">
                <a:solidFill>
                  <a:schemeClr val="accent1"/>
                </a:solidFill>
                <a:latin typeface="Roboto Light"/>
                <a:cs typeface="Roboto Light"/>
              </a:rPr>
              <a:t>Fully integrated design &amp; build solution</a:t>
            </a:r>
          </a:p>
        </p:txBody>
      </p:sp>
      <p:pic>
        <p:nvPicPr>
          <p:cNvPr id="10" name="Picture Placeholder 9" descr="A long shot of a hallway&#10;&#10;AI-generated content may be incorrect.">
            <a:extLst>
              <a:ext uri="{FF2B5EF4-FFF2-40B4-BE49-F238E27FC236}">
                <a16:creationId xmlns:a16="http://schemas.microsoft.com/office/drawing/2014/main" id="{ECD5F9B2-0ABE-310B-3799-6B1B917239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748" r="4748"/>
          <a:stretch>
            <a:fillRect/>
          </a:stretch>
        </p:blipFill>
        <p:spPr/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7B75384A-0C3D-B397-D7E9-ADCB12EBBA1B}"/>
              </a:ext>
            </a:extLst>
          </p:cNvPr>
          <p:cNvGrpSpPr/>
          <p:nvPr/>
        </p:nvGrpSpPr>
        <p:grpSpPr>
          <a:xfrm>
            <a:off x="1210200" y="8821066"/>
            <a:ext cx="5487780" cy="624530"/>
            <a:chOff x="1518938" y="8707379"/>
            <a:chExt cx="5487780" cy="624530"/>
          </a:xfrm>
        </p:grpSpPr>
        <p:sp>
          <p:nvSpPr>
            <p:cNvPr id="28" name="object 19">
              <a:extLst>
                <a:ext uri="{FF2B5EF4-FFF2-40B4-BE49-F238E27FC236}">
                  <a16:creationId xmlns:a16="http://schemas.microsoft.com/office/drawing/2014/main" id="{59910AAC-A59E-6021-7B8C-777C869E79FC}"/>
                </a:ext>
              </a:extLst>
            </p:cNvPr>
            <p:cNvSpPr txBox="1"/>
            <p:nvPr/>
          </p:nvSpPr>
          <p:spPr>
            <a:xfrm>
              <a:off x="1518938" y="8707379"/>
              <a:ext cx="1332000" cy="62453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38098">
                <a:spcBef>
                  <a:spcPts val="90"/>
                </a:spcBef>
              </a:pPr>
              <a:r>
                <a:rPr lang="en-GB" sz="2950" spc="-37" dirty="0">
                  <a:solidFill>
                    <a:srgbClr val="FFFFFF"/>
                  </a:solidFill>
                  <a:latin typeface="Roboto Medium"/>
                  <a:cs typeface="Roboto Medium"/>
                </a:rPr>
                <a:t>99%</a:t>
              </a:r>
            </a:p>
            <a:p>
              <a:pPr marL="38098">
                <a:spcBef>
                  <a:spcPts val="90"/>
                </a:spcBef>
              </a:pPr>
              <a:r>
                <a:rPr lang="en-GB" sz="950" dirty="0">
                  <a:solidFill>
                    <a:srgbClr val="00DEE8"/>
                  </a:solidFill>
                  <a:latin typeface="Roboto Medium"/>
                </a:rPr>
                <a:t>XXXX</a:t>
              </a:r>
              <a:endParaRPr sz="950" dirty="0">
                <a:solidFill>
                  <a:srgbClr val="00DEE8"/>
                </a:solidFill>
                <a:latin typeface="Roboto Medium"/>
              </a:endParaRPr>
            </a:p>
          </p:txBody>
        </p:sp>
        <p:sp>
          <p:nvSpPr>
            <p:cNvPr id="29" name="object 20">
              <a:extLst>
                <a:ext uri="{FF2B5EF4-FFF2-40B4-BE49-F238E27FC236}">
                  <a16:creationId xmlns:a16="http://schemas.microsoft.com/office/drawing/2014/main" id="{D5A122DD-D5BA-696E-8C5F-E69143C9B313}"/>
                </a:ext>
              </a:extLst>
            </p:cNvPr>
            <p:cNvSpPr txBox="1"/>
            <p:nvPr/>
          </p:nvSpPr>
          <p:spPr>
            <a:xfrm>
              <a:off x="3240938" y="8707379"/>
              <a:ext cx="1969587" cy="62453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38098">
                <a:spcBef>
                  <a:spcPts val="90"/>
                </a:spcBef>
              </a:pPr>
              <a:r>
                <a:rPr lang="en-GB" sz="2950" spc="-30" dirty="0">
                  <a:solidFill>
                    <a:srgbClr val="FFFFFF"/>
                  </a:solidFill>
                  <a:latin typeface="Roboto Medium"/>
                  <a:cs typeface="Roboto Medium"/>
                </a:rPr>
                <a:t>3x4.5</a:t>
              </a:r>
              <a:r>
                <a:rPr sz="2950" spc="-465" dirty="0">
                  <a:solidFill>
                    <a:srgbClr val="FFFFFF"/>
                  </a:solidFill>
                  <a:latin typeface="Roboto Medium"/>
                  <a:cs typeface="Roboto Medium"/>
                </a:rPr>
                <a:t> </a:t>
              </a:r>
              <a:r>
                <a:rPr lang="en-GB" sz="2950" spc="-465" dirty="0">
                  <a:solidFill>
                    <a:srgbClr val="FFFFFF"/>
                  </a:solidFill>
                  <a:latin typeface="Roboto Medium"/>
                  <a:cs typeface="Roboto Medium"/>
                </a:rPr>
                <a:t>m</a:t>
              </a:r>
              <a:r>
                <a:rPr lang="en-GB" sz="2175" spc="-37" baseline="53639" dirty="0">
                  <a:solidFill>
                    <a:schemeClr val="bg1"/>
                  </a:solidFill>
                  <a:latin typeface="Roboto Medium"/>
                  <a:cs typeface="Roboto Medium"/>
                </a:rPr>
                <a:t>  3</a:t>
              </a:r>
              <a:endParaRPr lang="en-GB" sz="800" dirty="0">
                <a:solidFill>
                  <a:schemeClr val="bg1"/>
                </a:solidFill>
                <a:latin typeface="Roboto Medium"/>
                <a:cs typeface="Roboto Medium"/>
              </a:endParaRPr>
            </a:p>
            <a:p>
              <a:pPr marL="38098">
                <a:spcBef>
                  <a:spcPts val="90"/>
                </a:spcBef>
              </a:pPr>
              <a:r>
                <a:rPr lang="en-GB" sz="950" dirty="0">
                  <a:solidFill>
                    <a:srgbClr val="00DEE8"/>
                  </a:solidFill>
                  <a:latin typeface="Roboto Medium"/>
                  <a:cs typeface="Roboto Medium"/>
                </a:rPr>
                <a:t>XXXX</a:t>
              </a:r>
              <a:endParaRPr sz="950" dirty="0">
                <a:solidFill>
                  <a:srgbClr val="00DEE8"/>
                </a:solidFill>
                <a:latin typeface="Roboto Medium"/>
                <a:cs typeface="Roboto Medium"/>
              </a:endParaRPr>
            </a:p>
          </p:txBody>
        </p:sp>
        <p:sp>
          <p:nvSpPr>
            <p:cNvPr id="30" name="object 21">
              <a:extLst>
                <a:ext uri="{FF2B5EF4-FFF2-40B4-BE49-F238E27FC236}">
                  <a16:creationId xmlns:a16="http://schemas.microsoft.com/office/drawing/2014/main" id="{F59F0280-A378-083B-E915-528823CAB87B}"/>
                </a:ext>
              </a:extLst>
            </p:cNvPr>
            <p:cNvSpPr txBox="1"/>
            <p:nvPr/>
          </p:nvSpPr>
          <p:spPr>
            <a:xfrm>
              <a:off x="5350112" y="8707379"/>
              <a:ext cx="1656606" cy="62453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38098">
                <a:spcBef>
                  <a:spcPts val="90"/>
                </a:spcBef>
              </a:pPr>
              <a:r>
                <a:rPr lang="en-GB" sz="2950" spc="-37" dirty="0">
                  <a:solidFill>
                    <a:srgbClr val="FFFFFF"/>
                  </a:solidFill>
                  <a:latin typeface="Roboto Medium"/>
                  <a:cs typeface="Roboto Medium"/>
                </a:rPr>
                <a:t>&gt;95%</a:t>
              </a:r>
            </a:p>
            <a:p>
              <a:pPr marL="38098">
                <a:spcBef>
                  <a:spcPts val="90"/>
                </a:spcBef>
              </a:pPr>
              <a:r>
                <a:rPr lang="en-GB" sz="950" dirty="0">
                  <a:solidFill>
                    <a:srgbClr val="00DEE8"/>
                  </a:solidFill>
                  <a:latin typeface="Roboto Medium"/>
                </a:rPr>
                <a:t>XXXX</a:t>
              </a:r>
              <a:endParaRPr sz="950" dirty="0">
                <a:solidFill>
                  <a:srgbClr val="00DEE8"/>
                </a:solidFill>
                <a:latin typeface="Roboto Medium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19390CA-A1C4-A963-81C1-45E9B443FB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85064" y="307349"/>
            <a:ext cx="1761940" cy="4462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946579-1B66-5C7F-4A1E-0AE7D6F75F4B}"/>
              </a:ext>
            </a:extLst>
          </p:cNvPr>
          <p:cNvSpPr txBox="1"/>
          <p:nvPr/>
        </p:nvSpPr>
        <p:spPr>
          <a:xfrm>
            <a:off x="176427" y="10208659"/>
            <a:ext cx="10337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/>
              <a:t>IP-02-01-28</a:t>
            </a:r>
          </a:p>
        </p:txBody>
      </p:sp>
    </p:spTree>
    <p:extLst>
      <p:ext uri="{BB962C8B-B14F-4D97-AF65-F5344CB8AC3E}">
        <p14:creationId xmlns:p14="http://schemas.microsoft.com/office/powerpoint/2010/main" val="3200065291"/>
      </p:ext>
    </p:extLst>
  </p:cSld>
  <p:clrMapOvr>
    <a:masterClrMapping/>
  </p:clrMapOvr>
</p:sld>
</file>

<file path=ppt/theme/theme1.xml><?xml version="1.0" encoding="utf-8"?>
<a:theme xmlns:a="http://schemas.openxmlformats.org/drawingml/2006/main" name="1_Equans Template">
  <a:themeElements>
    <a:clrScheme name="EQUANS NEW COLORS">
      <a:dk1>
        <a:srgbClr val="1D1D1B"/>
      </a:dk1>
      <a:lt1>
        <a:srgbClr val="FFFFFF"/>
      </a:lt1>
      <a:dk2>
        <a:srgbClr val="70BD95"/>
      </a:dk2>
      <a:lt2>
        <a:srgbClr val="008163"/>
      </a:lt2>
      <a:accent1>
        <a:srgbClr val="00243A"/>
      </a:accent1>
      <a:accent2>
        <a:srgbClr val="0059CE"/>
      </a:accent2>
      <a:accent3>
        <a:srgbClr val="FF9600"/>
      </a:accent3>
      <a:accent4>
        <a:srgbClr val="FFCA00"/>
      </a:accent4>
      <a:accent5>
        <a:srgbClr val="76C512"/>
      </a:accent5>
      <a:accent6>
        <a:srgbClr val="C865FF"/>
      </a:accent6>
      <a:hlink>
        <a:srgbClr val="FE2C80"/>
      </a:hlink>
      <a:folHlink>
        <a:srgbClr val="A6F20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Pink">
      <a:srgbClr val="FF0080"/>
    </a:custClr>
    <a:custClr name="Lime Green">
      <a:srgbClr val="B7F100"/>
    </a:custClr>
    <a:custClr name="Ligth Blue">
      <a:srgbClr val="00DEE8"/>
    </a:custClr>
  </a:custClrLst>
  <a:extLst>
    <a:ext uri="{05A4C25C-085E-4340-85A3-A5531E510DB2}">
      <thm15:themeFamily xmlns:thm15="http://schemas.microsoft.com/office/thememl/2012/main" name="Proposal Case Study Template Portrait AL EDITIBLE" id="{A4715658-23EC-E141-8B05-7CDA2A273B7C}" vid="{7584DBEE-8238-654C-9CAB-5E904791676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agoss Sta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Bagoss Standard"/>
        <a:font script="Hebr" typeface="Bagoss Standar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agoss Standard"/>
        <a:font script="Uigh" typeface="Microsoft Uighur"/>
        <a:font script="Geor" typeface="Sylfaen"/>
        <a:font script="Armn" typeface="Bagoss Sta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4cc71f-4036-4581-85c7-a4481d742ec8">
      <Terms xmlns="http://schemas.microsoft.com/office/infopath/2007/PartnerControls"/>
    </lcf76f155ced4ddcb4097134ff3c332f>
    <TaxCatchAll xmlns="95e576bc-9f64-4b26-b4d8-38568632351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602292AB956749AB9C07AF01C808F9" ma:contentTypeVersion="16" ma:contentTypeDescription="Create a new document." ma:contentTypeScope="" ma:versionID="4086f2386d1ad140127a4356c269a753">
  <xsd:schema xmlns:xsd="http://www.w3.org/2001/XMLSchema" xmlns:xs="http://www.w3.org/2001/XMLSchema" xmlns:p="http://schemas.microsoft.com/office/2006/metadata/properties" xmlns:ns2="5b4cc71f-4036-4581-85c7-a4481d742ec8" xmlns:ns3="95e576bc-9f64-4b26-b4d8-385686323516" targetNamespace="http://schemas.microsoft.com/office/2006/metadata/properties" ma:root="true" ma:fieldsID="d11583ff8fc4bfc515b54c1d527b21dd" ns2:_="" ns3:_="">
    <xsd:import namespace="5b4cc71f-4036-4581-85c7-a4481d742ec8"/>
    <xsd:import namespace="95e576bc-9f64-4b26-b4d8-3856863235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4cc71f-4036-4581-85c7-a4481d742e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709e456-5b94-4878-aa1d-29a5f62fa0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e576bc-9f64-4b26-b4d8-38568632351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d2579d81-cf07-481f-90d4-97df996dfe5e}" ma:internalName="TaxCatchAll" ma:showField="CatchAllData" ma:web="95e576bc-9f64-4b26-b4d8-3856863235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B5D753-B4C3-463A-A288-349B2CBB2F06}">
  <ds:schemaRefs>
    <ds:schemaRef ds:uri="5b4cc71f-4036-4581-85c7-a4481d742ec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95e576bc-9f64-4b26-b4d8-385686323516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A81656C-AAC8-4B78-9FA2-025244D930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76BEBE-0A40-48A1-AD75-B8883993EC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4cc71f-4036-4581-85c7-a4481d742ec8"/>
    <ds:schemaRef ds:uri="95e576bc-9f64-4b26-b4d8-3856863235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Proposal Case Study Template Portrait</Template>
  <TotalTime>43</TotalTime>
  <Words>148</Words>
  <Application>Microsoft Office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Roboto Light</vt:lpstr>
      <vt:lpstr>Roboto Medium</vt:lpstr>
      <vt:lpstr>Roboto Black</vt:lpstr>
      <vt:lpstr>Roboto Light </vt:lpstr>
      <vt:lpstr>Roboto</vt:lpstr>
      <vt:lpstr>Wingdings</vt:lpstr>
      <vt:lpstr>1_Equans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 Engineering Business Academy</dc:creator>
  <cp:lastModifiedBy>The Engineering Business Academy</cp:lastModifiedBy>
  <cp:revision>3</cp:revision>
  <cp:lastPrinted>2025-07-14T10:58:20Z</cp:lastPrinted>
  <dcterms:created xsi:type="dcterms:W3CDTF">2025-07-04T09:46:08Z</dcterms:created>
  <dcterms:modified xsi:type="dcterms:W3CDTF">2026-06-24T15:57:03Z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4a238cc-6af3-4341-9d32-201b7e04331f_Enabled">
    <vt:lpwstr>true</vt:lpwstr>
  </property>
  <property fmtid="{D5CDD505-2E9C-101B-9397-08002B2CF9AE}" pid="3" name="MSIP_Label_64a238cc-6af3-4341-9d32-201b7e04331f_SetDate">
    <vt:lpwstr>2023-09-19T12:52:44Z</vt:lpwstr>
  </property>
  <property fmtid="{D5CDD505-2E9C-101B-9397-08002B2CF9AE}" pid="4" name="MSIP_Label_64a238cc-6af3-4341-9d32-201b7e04331f_Method">
    <vt:lpwstr>Standard</vt:lpwstr>
  </property>
  <property fmtid="{D5CDD505-2E9C-101B-9397-08002B2CF9AE}" pid="5" name="MSIP_Label_64a238cc-6af3-4341-9d32-201b7e04331f_Name">
    <vt:lpwstr>Internal</vt:lpwstr>
  </property>
  <property fmtid="{D5CDD505-2E9C-101B-9397-08002B2CF9AE}" pid="6" name="MSIP_Label_64a238cc-6af3-4341-9d32-201b7e04331f_SiteId">
    <vt:lpwstr>09ebfde1-6505-4c31-942f-18875ff0189d</vt:lpwstr>
  </property>
  <property fmtid="{D5CDD505-2E9C-101B-9397-08002B2CF9AE}" pid="7" name="MSIP_Label_64a238cc-6af3-4341-9d32-201b7e04331f_ActionId">
    <vt:lpwstr>1abb8704-84bf-40ba-ab4a-0e38f82f1d65</vt:lpwstr>
  </property>
  <property fmtid="{D5CDD505-2E9C-101B-9397-08002B2CF9AE}" pid="8" name="MSIP_Label_64a238cc-6af3-4341-9d32-201b7e04331f_ContentBits">
    <vt:lpwstr>0</vt:lpwstr>
  </property>
  <property fmtid="{D5CDD505-2E9C-101B-9397-08002B2CF9AE}" pid="9" name="ContentTypeId">
    <vt:lpwstr>0x01010001602292AB956749AB9C07AF01C808F9</vt:lpwstr>
  </property>
  <property fmtid="{D5CDD505-2E9C-101B-9397-08002B2CF9AE}" pid="10" name="Security Classification">
    <vt:lpwstr/>
  </property>
  <property fmtid="{D5CDD505-2E9C-101B-9397-08002B2CF9AE}" pid="11" name="MediaServiceImageTags">
    <vt:lpwstr/>
  </property>
</Properties>
</file>